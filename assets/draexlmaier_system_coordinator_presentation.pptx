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F8F"/>
                </a:solidFill>
              </a:rPr>
              <a:t>Draexlmaier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System Coordinator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</a:rPr>
              <a:t>Supporting warehouse, linefeed, production, shipping, and system accuracy in a JIT / JIS environment.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35240" y="132588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F8F"/>
                </a:solidFill>
              </a:rPr>
              <a:t>Core Focus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09560" y="2057400"/>
            <a:ext cx="292608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Cross-functional warehouse systems coordination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Reporting, data validation, and investigation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Linefeed, booking, and inventory movement control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Revision change support for production and shipping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8F"/>
                </a:solidFill>
              </a:rPr>
              <a:t>Plant-facing support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440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 help turn system data into accurate, timely decisions across logistics, production, and shipping.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Operational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7"/>
                </a:solidFill>
              </a:rPr>
              <a:t>How the role supports the plant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9786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Warehouse &amp; Logistics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490472"/>
            <a:ext cx="323697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Support material flow, inventory visibility, and system coordination across receiving, logistics, and internal movements.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1051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19786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Production &amp; Linefeed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490472"/>
            <a:ext cx="323697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Help ensure production receives the right part numbers in the right sequence and on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7576" y="1051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19786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Shipping &amp; Revisions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02168" y="1490472"/>
            <a:ext cx="3236976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Support correct finished goods, label changes, and segregation of revision-controlled material.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Key Responsibilities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557784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Coordinate across logistics, production, IT, shipping, receiving, planning, and engineering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Use system data to keep operations aligned with part number readiness and production requirements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Support JIT / JIS execution where timing, sequence, and accuracy directly affect performance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Help teams act quickly on operational issues, mismatches, and reporting needs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Systems Used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2644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MES-MTOi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326440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Manufacturing execution visibility and data export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776472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886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PSM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388620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Inventory control and linefeed performance reporting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398264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5079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HOST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450799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Bridge between PSM and 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020056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51297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AULA / AVAS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512978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Operational support tools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5641848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57515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StockObserver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575157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Visual linefeed and stock monitoring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6263640"/>
            <a:ext cx="5074920" cy="484632"/>
          </a:xfrm>
          <a:prstGeom prst="roundRect">
            <a:avLst>
              <a:gd name="adj" fmla="val 9434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6373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Excel + Macros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26680" y="63733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</a:rPr>
              <a:t>Automated reporting and investigation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Reporting, Visibility, and Investigation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How I use data operationally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566928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Export MES data to track planner activity, project status, and finished good information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Build Excel-based reports that give the plant fast, reliable operational updates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Use macros to automate recurring reporting and reduce manual effort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Investigate issues that should not happen, including wrong QC scrap codes and data inconsistencies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Check for double booking in production when parts are booked incorrectly to improve reported output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720840" y="1143000"/>
            <a:ext cx="4800600" cy="4754880"/>
          </a:xfrm>
          <a:prstGeom prst="roundRect">
            <a:avLst>
              <a:gd name="adj" fmla="val 1154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2592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F8F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03720" y="1874520"/>
            <a:ext cx="416052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Plant teams rely on accurate numbers for decisions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Reporting must reflect what is actually happening on the floor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Bad data can hide shortages, booking issues, or revision risk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Fast investigation supports smoother communication across departments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Linefeed, Inventory Movement, and JIT / JIS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63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In a JIT / JIS environment, the system is only useful if timing, sequence, and material movement stay aligned.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Execution focus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54864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Make sure linefeed is supplying the lines with the correct part numbers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Check whether requested parts are moved in a timely manner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Validate inventory movement and corrections based on booking codes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Use PSM and StockObserver to monitor movement, control, and performance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Help reduce wrong-part usage and process delays before they affect production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Cross-functional 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73952" y="2880360"/>
            <a:ext cx="466344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Better visibility for logistics and linefeed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Fewer surprises for production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Faster response to sequence and timing problems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Stronger alignment between physical flow and system flow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Revision Change and Shipping Coordination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F8F"/>
                </a:solidFill>
              </a:rPr>
              <a:t>Revision control across production and shipping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544068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Support revision changes from the production side and the shipping side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Help ensure production builds the most current finished goods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Help ensure shipping sends the correct finished good based on Tesla requirements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Work with shipping to segregate parts with different revision levels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029200" cy="1920240"/>
          </a:xfrm>
          <a:prstGeom prst="roundRect">
            <a:avLst>
              <a:gd name="adj" fmla="val 2381"/>
            </a:avLst>
          </a:prstGeom>
          <a:solidFill>
            <a:srgbClr val="F8FA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F8F"/>
                </a:solidFill>
              </a:rPr>
              <a:t>Two types of revision change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56832" y="19202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Internal / running change: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 change managed internally, often requiring label or internal process updates.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</a:rPr>
              <a:t>Hard change: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 customer-driven change requested by Tesla that affects what must be built and shipped.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3611880"/>
            <a:ext cx="5029200" cy="182880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F8F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4251960"/>
            <a:ext cx="434340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</a:rPr>
              <a:t>Reduce risk of shipping the wrong revision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</a:rPr>
              <a:t>Support label accuracy and material segregation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1F2937"/>
                </a:solidFill>
              </a:rPr>
              <a:t>Keep production and shipping aligned to current customer demand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Role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7"/>
                </a:solidFill>
              </a:rPr>
              <a:t>Employer-facing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0789920" cy="1005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4813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 help keep the plant aligned by turning system data into operational control across warehouse, linefeed, production, and shipping.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88950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Operational Reliability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3182112"/>
            <a:ext cx="30540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Supports timely movement, accurate reporting, and better coordination in a JIT / JIS environment.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2743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8950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Data Accuracy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182112"/>
            <a:ext cx="30540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Investigates QC, booking, and inventory issues that can mislead teams or disrupt execution.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46136" y="2743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288950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F8F"/>
                </a:solidFill>
              </a:rPr>
              <a:t>Cross-Team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0728" y="3182112"/>
            <a:ext cx="305409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Connects logistics, planning, production, engineering, and shipping with trusted information.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F8F"/>
                </a:solidFill>
              </a:rPr>
              <a:t>Strong employer message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28523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This role shows both operational awareness and systems discipline: I do not just run reports, I help protect sequence, inventory accuracy, revision control, and plant readiness.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Vyron Galapin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64465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</a:rPr>
              <a:t>Draexlmaier • System Coordinator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Draexlmaier | System Coordinator</dc:title>
  <dc:subject>Draexlmaier System Coordinator Portfolio Presentation</dc:subject>
  <dc:creator>OpenAI</dc:creator>
  <cp:lastModifiedBy>OpenAI</cp:lastModifiedBy>
  <cp:revision>1</cp:revision>
  <dcterms:created xsi:type="dcterms:W3CDTF">2026-03-22T22:06:02Z</dcterms:created>
  <dcterms:modified xsi:type="dcterms:W3CDTF">2026-03-22T22:06:02Z</dcterms:modified>
</cp:coreProperties>
</file>