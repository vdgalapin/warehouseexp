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Kawasaki WMS Engineering Portfolio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BE"/>
                </a:solidFill>
              </a:rPr>
              <a:t>Software Engineer | Warehouse Management Systems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715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</a:rPr>
              <a:t>I design, build, and support warehouse management solutions that improve receiving, inventory visibility, warehouse movement, quality control, and material flow to production.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218688"/>
            <a:ext cx="1362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Receiving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315468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3218688"/>
            <a:ext cx="14538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Warehouse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315468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3218688"/>
            <a:ext cx="9509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QC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31546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3218688"/>
            <a:ext cx="14081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Planning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8444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648456"/>
            <a:ext cx="14538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Cycle Count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358444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3648456"/>
            <a:ext cx="14538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Linefeed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35844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3648456"/>
            <a:ext cx="13167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8B00"/>
                </a:solidFill>
              </a:rPr>
              <a:t>Shipping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3584448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3648456"/>
            <a:ext cx="17282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8B00"/>
                </a:solidFill>
              </a:rPr>
              <a:t>Administration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914400"/>
            <a:ext cx="4023360" cy="49834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1812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End-to-end ownership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0" y="1691640"/>
            <a:ext cx="338328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1F24"/>
                </a:solidFill>
              </a:rPr>
              <a:t>Researched real warehouse workflows before building system features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1F24"/>
                </a:solidFill>
              </a:rPr>
              <a:t>Worked directly with users across QC, Planning, Warehouse, Production, and Linefeed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1F24"/>
                </a:solidFill>
              </a:rPr>
              <a:t>Developed mobile, web, and Windows applications connected to scanners and printers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1F24"/>
                </a:solidFill>
              </a:rPr>
              <a:t>Documented, supported, and administered the WMS after go-live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1996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73"/>
                </a:solidFill>
              </a:rPr>
              <a:t>Built for employers in logistics and supply chain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Scope and Business Value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5F2"/>
                </a:solidFill>
              </a:rPr>
              <a:t>Kawasaki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91440" cy="2240280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03327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My role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1380744"/>
            <a:ext cx="5175504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Software engineer responsible for the Warehouse Management System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Owned analysis, communication, development, documentation, support, and administration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Built tools used by operations teams to control inventory and material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8686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868680"/>
            <a:ext cx="91440" cy="224028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03327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Departments supported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9088" y="1380744"/>
            <a:ext cx="5175504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Warehouse operations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Quality Control (QC)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Planning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Production and linefeed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Shipping and related paperwork processes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11201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429000"/>
            <a:ext cx="91440" cy="2286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593592"/>
            <a:ext cx="10890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Why it mattered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4088" y="3941064"/>
            <a:ext cx="10890504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Improved visibility of inbound shipments from suppliers, multiple suppliers, and other plants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Created better control over item status, location, and movement through the plant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Helped prevent wrong material usage, inventory inaccuracies, and avoidable operational delays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Connected system behavior to planning accuracy, accounting impact, and production continuity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3"/>
                </a:solidFill>
              </a:rPr>
              <a:t>Summary of system ownership and cross-functional value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Receiving 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5F2"/>
                </a:solidFill>
              </a:rPr>
              <a:t>Inbound control and traceability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91440" cy="5212080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07899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What I built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1426464"/>
            <a:ext cx="5175504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Developed receiving solutions for box, pallet, container, and ASN-based receipts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Built mobile and Windows applications that work with barcode and QR scanners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Designed workflows to handle receipts from suppliers, multiple suppliers, and internal plants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Created the records needed to identify what entered the plant and where it should go next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914400"/>
            <a:ext cx="91440" cy="521208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078992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Operational outcome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9088" y="1426464"/>
            <a:ext cx="5175504" cy="4572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Gave QC, Planning, Warehouse, and Production visibility into inbound material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Improved reliability of shipment data and accountability for supplier information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Reduced risk from bad or incomplete inbound data putting operations in a bad position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Established cleaner handoff from receiving into warehouse and downstream processes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3"/>
                </a:solidFill>
              </a:rPr>
              <a:t>Receiving included scan-based capture, ASN handling, and inbound visibility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Warehouse Execution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5F2"/>
                </a:solidFill>
              </a:rPr>
              <a:t>Putaway, movement, fulfillment, and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3703320" cy="53492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91440" cy="5349240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078992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Putaway and location control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1426464"/>
            <a:ext cx="3392424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Built systems to move received items into the correct storage areas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Handled oversized, small, bulk, QC, and production-destined materials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Supported bulk storage, specific locations, and status-based item handling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Delivered mobile-first workflows with web visibility for shared departments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914400"/>
            <a:ext cx="3703320" cy="53492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914400"/>
            <a:ext cx="91440" cy="5349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078992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Requesting through delivery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53128" y="1426464"/>
            <a:ext cx="3392424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Developed requesting, picking, carting, and delivery as one connected warehouse flow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Included quantity control, tracking of moved/used boxes, and low-item visibility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Integrated ARS logic to create requests from production needs to linefeed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Used FIFO, bulk rules, and location logic to direct picks efficiently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914400"/>
            <a:ext cx="3703320" cy="53492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914400"/>
            <a:ext cx="91440" cy="534924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078992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Optimization and reverse flow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02168" y="1426464"/>
            <a:ext cx="3392424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Added route calculation to improve picking efficiency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Tracked material in carting before delivery for better accuracy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Built return-to-warehouse as a reverse process of request, pick, cart, and deliver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Maintained traceability as material moved both forward and backward through the warehouse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3"/>
                </a:solidFill>
              </a:rPr>
              <a:t>Core warehouse functions were designed as one integrated material flow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QC, Inventory Accuracy, and Shipping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5F2"/>
                </a:solidFill>
              </a:rPr>
              <a:t>Control beyond simple storage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3703320" cy="52578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91440" cy="5257800"/>
          </a:xfrm>
          <a:prstGeom prst="rect">
            <a:avLst/>
          </a:prstGeom>
          <a:solidFill>
            <a:srgbClr val="C58B00"/>
          </a:solidFill>
          <a:ln w="12700">
            <a:solidFill>
              <a:srgbClr val="C58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078992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QC control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1426464"/>
            <a:ext cx="3392424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Developed a QC tool that can stop questioned or scrap items from being used by production or linefeed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Enabled QC to bring items in for review, scrap them, or release them back to warehouse or assembly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Built controls with downstream impact on planning and accounting because item status affects demand and expense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914400"/>
            <a:ext cx="3703320" cy="52578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914400"/>
            <a:ext cx="91440" cy="5257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078992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Cycle count and inventory control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53128" y="1426464"/>
            <a:ext cx="3392424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Built cycle count features to correct inventory by location and handle stock systematically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Supported visibility into what is truly in the warehouse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Helped planning decide whether to order more and helped accounting understand inventory 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914400"/>
            <a:ext cx="3703320" cy="52578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914400"/>
            <a:ext cx="91440" cy="5257800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078992"/>
            <a:ext cx="3392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Consumption and finished goods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02168" y="1426464"/>
            <a:ext cx="3392424" cy="4617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Supported inventory consumption as items are used on the line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Connected the warehouse side to finished-goods and shipping processes on another system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Supported creation of BOM-related and shipping paperwork needed to send finished items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3"/>
                </a:solidFill>
              </a:rPr>
              <a:t>The WMS connected inventory control, production usage, and shipment readiness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Stack and System Administration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5F2"/>
                </a:solidFill>
              </a:rPr>
              <a:t>Tools, labels, printers, licensing, and access control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3657600" cy="5349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91440" cy="5349240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078992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Front-end / web design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1426464"/>
            <a:ext cx="3346704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JavaScript, TypeScript, HTML, CSS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Python and Java where needed for supporting development work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Mobile, web, and Windows application interfaces focused on usability in 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914400"/>
            <a:ext cx="3657600" cy="5349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914400"/>
            <a:ext cx="91440" cy="534924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078992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Backend and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71416" y="1426464"/>
            <a:ext cx="3346704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LANSA and RDMLX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IBM CL and XSL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SQL for database and reporting logic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Cross-system support for business rules, status handling, and data visibility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37576" y="914400"/>
            <a:ext cx="3657600" cy="5349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37576" y="914400"/>
            <a:ext cx="91440" cy="5349240"/>
          </a:xfrm>
          <a:prstGeom prst="rect">
            <a:avLst/>
          </a:prstGeom>
          <a:solidFill>
            <a:srgbClr val="C58B00"/>
          </a:solidFill>
          <a:ln w="12700">
            <a:solidFill>
              <a:srgbClr val="C58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078992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Operational ownership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38744" y="1426464"/>
            <a:ext cx="3346704" cy="4709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Designed labels for boxes, shipments, crates, pallets, and related logistics use cases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Worked with printers to ensure output routed and printed correctly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Handled licensing and user support needs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Built and administered the WMS user system with roles, levels, and permissions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3"/>
                </a:solidFill>
              </a:rPr>
              <a:t>I was not only the developer; I also managed administration and operational controls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Employers Should Take Away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321040" y="1371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5F2"/>
                </a:solidFill>
              </a:rPr>
              <a:t>Professional profile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2708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2588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I combine software engineering with real warehouse execution knowledge.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96012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I build systems after understanding the real process, users, and operational constraints.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I create tools that support receiving, warehouse movement, QC control, inventory accuracy, linefeed, and shipping.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I work across software, operations, devices, labels, printers, licensing, and user administration.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I support the full life cycle: research, communication, development, documentation, troubleshooting, and continuous improvement.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8920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</a:rPr>
              <a:t>Strong fit for logistics and supply chain technology roles that need both technical depth and operational understanding.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3"/>
                </a:solidFill>
              </a:rPr>
              <a:t>Kawasaki WMS case study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Kawasaki WMS Engineering Portfolio</dc:title>
  <dc:subject>Kawasaki WMS Presentation</dc:subject>
  <dc:creator>OpenAI</dc:creator>
  <cp:lastModifiedBy>OpenAI</cp:lastModifiedBy>
  <cp:revision>1</cp:revision>
  <dcterms:created xsi:type="dcterms:W3CDTF">2026-03-22T06:57:17Z</dcterms:created>
  <dcterms:modified xsi:type="dcterms:W3CDTF">2026-03-22T06:57:17Z</dcterms:modified>
</cp:coreProperties>
</file>